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7689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835319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44544239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23721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4926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178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F259EA-981B-EBC7-7843-8D3E46C0EC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E2F865-B179-F9BD-550B-3D86F892AA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D152A3-C779-BD35-AAE7-6689B0AFA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9B0B63-49F6-93F9-4E6A-ACCBF5C7F8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0D1D5F-05AA-1977-2999-18140839AF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EA3FD7-B001-CAB3-9A56-251F5F15B9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2AF421-3161-72AA-BD0D-1A5A53630B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F0AFAB-59E1-F8CB-8455-888C46E66E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BCFDF5-CAAB-6300-D74F-F56DBD3BBD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57E9E3-E582-BDE8-14A1-CB22620D95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ACC828-F2CE-1420-0119-8B5A1F46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0C5F3B-99F8-5A74-A865-F5BC63E057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C6E7FB-A8D1-DFDA-E72D-A0D963A593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30179F-B47A-6BC5-D331-8AB85390DA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975BB5-B332-990C-5ACD-C7864A06AD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5AD672-26DF-FF80-94CC-591499658D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789ADA-04FA-578E-8628-D8BD7B5FBC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44976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07941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8728091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530325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715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158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637311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734288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990582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206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01529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73306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952184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278441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52314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0407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168851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9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1453868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450602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31040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0684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63574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75541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6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51509976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6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2930970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7406298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092078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6062231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91280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546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377223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352694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4164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32445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48950074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187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472458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33284843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9592784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2578561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008337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6018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23261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129863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15006744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917553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39297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9602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279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284389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50407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2255032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78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44182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405450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9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202154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630296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387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950254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342556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508099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4020270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289062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pring.io/projects/spring-boot" TargetMode="External"/><Relationship Id="rId4" Type="http://schemas.openxmlformats.org/officeDocument/2006/relationships/hyperlink" Target="https://react.dev/" TargetMode="External"/><Relationship Id="rId5" Type="http://schemas.openxmlformats.org/officeDocument/2006/relationships/hyperlink" Target="https://www.postgresql.org/docs/" TargetMode="External"/><Relationship Id="rId6" Type="http://schemas.openxmlformats.org/officeDocument/2006/relationships/hyperlink" Target="https://developer.mozilla.org" TargetMode="External"/><Relationship Id="rId7" Type="http://schemas.openxmlformats.org/officeDocument/2006/relationships/hyperlink" Target="https://github.com/Hemalatha-mani/Drug_Inventory_system.git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7106429" name="Picture 2" descr="Best Engineering Colleges in Coimbatore ...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40493" y="411408"/>
            <a:ext cx="1547811" cy="1486980"/>
          </a:xfrm>
          <a:prstGeom prst="rect">
            <a:avLst/>
          </a:prstGeom>
          <a:noFill/>
        </p:spPr>
      </p:pic>
      <p:sp>
        <p:nvSpPr>
          <p:cNvPr id="637219682" name=""/>
          <p:cNvSpPr txBox="1"/>
          <p:nvPr/>
        </p:nvSpPr>
        <p:spPr bwMode="auto">
          <a:xfrm rot="0" flipH="0" flipV="0">
            <a:off x="2651847" y="662608"/>
            <a:ext cx="6861356" cy="1432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defRPr/>
            </a:pPr>
            <a:r>
              <a:rPr lang="en-US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lang="en-US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IN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V.S.B ENGINEERING COLLEGE, </a:t>
            </a:r>
            <a:endParaRPr lang="en-IN" sz="2200" b="1" spc="0">
              <a:solidFill>
                <a:schemeClr val="tx2"/>
              </a:solidFill>
              <a:latin typeface="Times New Roman"/>
              <a:ea typeface="Times New Roman"/>
              <a:cs typeface="Times New Roman"/>
            </a:endParaRPr>
          </a:p>
          <a:p>
            <a:pPr lvl="4" algn="l">
              <a:lnSpc>
                <a:spcPct val="100000"/>
              </a:lnSpc>
              <a:defRPr/>
            </a:pPr>
            <a:r>
              <a:rPr lang="en-US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lang="en-US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lang="en-IN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KARUR</a:t>
            </a:r>
            <a:endParaRPr sz="220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sz="2200" b="1" strike="noStrike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lang="en-IN" sz="2200" b="1" strike="noStrike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(AN AUTONOMOUS INSTI</a:t>
            </a:r>
            <a:r>
              <a:rPr lang="en-IN" sz="2200" b="1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  <a:t>TUTION)</a:t>
            </a:r>
            <a:br>
              <a:rPr lang="en-IN" sz="2200" b="1" strike="noStrike" spc="0">
                <a:solidFill>
                  <a:schemeClr val="tx2"/>
                </a:solidFill>
                <a:latin typeface="Times New Roman"/>
                <a:ea typeface="Times New Roman"/>
                <a:cs typeface="Times New Roman"/>
              </a:rPr>
            </a:br>
            <a:endParaRPr sz="2200" b="1" strike="noStrike" spc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1588533004" name=""/>
          <p:cNvSpPr txBox="1"/>
          <p:nvPr/>
        </p:nvSpPr>
        <p:spPr bwMode="auto">
          <a:xfrm rot="0" flipH="0" flipV="0">
            <a:off x="1864999" y="2133599"/>
            <a:ext cx="7397415" cy="20120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defRPr/>
            </a:pPr>
            <a:r>
              <a:rPr lang="en-US" sz="2000" b="0" strike="noStrik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2000" b="0" strike="noStrik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Departmen</a:t>
            </a:r>
            <a:r>
              <a:rPr lang="en-US" sz="2000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 of Artificial Intelligence And Machine Learning</a:t>
            </a:r>
            <a:endParaRPr sz="200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sz="2200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>
                <a:latin typeface="Times New Roman"/>
                <a:ea typeface="Times New Roman"/>
                <a:cs typeface="Times New Roman"/>
              </a:rPr>
              <a:t> </a:t>
            </a:r>
            <a:endParaRPr sz="2200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defRPr/>
            </a:pPr>
            <a:r>
              <a:rPr sz="2200">
                <a:latin typeface="Times New Roman"/>
                <a:ea typeface="Times New Roman"/>
                <a:cs typeface="Times New Roman"/>
              </a:rPr>
              <a:t>  </a:t>
            </a:r>
            <a:r>
              <a:rPr sz="2200" b="1">
                <a:latin typeface="Times New Roman"/>
                <a:ea typeface="Times New Roman"/>
                <a:cs typeface="Times New Roman"/>
              </a:rPr>
              <a:t>DRUG INVENTORY AND SUPPLY CHAIN TRACKING</a:t>
            </a:r>
            <a:endParaRPr sz="2200" b="1">
              <a:latin typeface="Times New Roman"/>
              <a:cs typeface="Times New Roman"/>
            </a:endParaRPr>
          </a:p>
          <a:p>
            <a:pPr algn="l">
              <a:lnSpc>
                <a:spcPct val="150000"/>
              </a:lnSpc>
              <a:defRPr/>
            </a:pPr>
            <a:r>
              <a:rPr sz="2200">
                <a:latin typeface="Times New Roman"/>
                <a:ea typeface="Times New Roman"/>
                <a:cs typeface="Times New Roman"/>
              </a:rPr>
              <a:t>                                        </a:t>
            </a:r>
            <a:r>
              <a:rPr sz="2200" b="1">
                <a:latin typeface="Times New Roman"/>
                <a:ea typeface="Times New Roman"/>
                <a:cs typeface="Times New Roman"/>
              </a:rPr>
              <a:t>SYSTEM</a:t>
            </a:r>
            <a:endParaRPr b="1"/>
          </a:p>
          <a:p>
            <a:pPr algn="l">
              <a:defRPr/>
            </a:pPr>
            <a:endParaRPr/>
          </a:p>
        </p:txBody>
      </p:sp>
      <p:sp>
        <p:nvSpPr>
          <p:cNvPr id="81943762" name=""/>
          <p:cNvSpPr txBox="1"/>
          <p:nvPr/>
        </p:nvSpPr>
        <p:spPr bwMode="auto">
          <a:xfrm rot="0" flipH="0" flipV="0">
            <a:off x="2066994" y="4667967"/>
            <a:ext cx="2400782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00000"/>
              </a:lnSpc>
              <a:defRPr/>
            </a:pPr>
            <a:r>
              <a:rPr lang="en-IN" sz="2000" b="1" strike="noStrik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Presented  by</a:t>
            </a:r>
            <a:endParaRPr sz="2000" b="1" strike="noStrik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endParaRPr sz="200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sz="2000" b="0" strike="noStrik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HEMALATHA M</a:t>
            </a:r>
            <a:endParaRPr sz="2000" b="0" strike="noStrik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defRPr/>
            </a:pPr>
            <a:r>
              <a:rPr lang="en-US" sz="2000" b="0" strike="noStrik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III-CSE(AIML)-A</a:t>
            </a:r>
            <a:endParaRPr sz="2000" b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112236" name=""/>
          <p:cNvSpPr/>
          <p:nvPr/>
        </p:nvSpPr>
        <p:spPr bwMode="auto">
          <a:xfrm flipH="0" flipV="0">
            <a:off x="774456" y="207065"/>
            <a:ext cx="9858464" cy="435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OBJECTIVES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develop a computerized inventory management system for maintaining medicine records efficiently.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provide real-time stock monitoring and inventory updates.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reduce paperwork and manual errors in medicine management.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improve accessibility and retrieval of inventory information.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 maintain supplier and stock information systematically.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227829" name=""/>
          <p:cNvSpPr/>
          <p:nvPr/>
        </p:nvSpPr>
        <p:spPr bwMode="auto">
          <a:xfrm flipH="0" flipV="0">
            <a:off x="1243804" y="496956"/>
            <a:ext cx="8929037" cy="5212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ABSTRACT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Drug Inventory and Supply Chain Tracking System is a web-based application developed to manage medicine inventory and supply chain activities efficiently.</a:t>
            </a:r>
            <a:endParaRPr sz="2800">
              <a:latin typeface="Times New Roman"/>
              <a:cs typeface="Times New Roman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allows users to add, update, delete, and monitor medicine records using an interactive user interface.</a:t>
            </a:r>
            <a:endParaRPr sz="2800">
              <a:latin typeface="Times New Roman"/>
              <a:cs typeface="Times New Roman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application reduces manual effort and improves inventory accuracy through database management.</a:t>
            </a:r>
            <a:endParaRPr sz="2800">
              <a:latin typeface="Times New Roman"/>
              <a:cs typeface="Times New Roman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 is used for front-end development, Spring Boot for back-end processing, and PostgreSQL for data storage.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872715" name=""/>
          <p:cNvSpPr/>
          <p:nvPr/>
        </p:nvSpPr>
        <p:spPr bwMode="auto">
          <a:xfrm flipH="0" flipV="0">
            <a:off x="857282" y="414130"/>
            <a:ext cx="9104385" cy="47857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 inventory management is essential for maintaining medicine availability in pharmacies and healthcare organizations.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Traditional methods often lead to stock shortages, expired medicines, and inaccurate records.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Automation helps improve inventory tracking and reduces human errors.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system provides a centralized platform for managing medicine information and inventory details.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85920" name=""/>
          <p:cNvSpPr/>
          <p:nvPr/>
        </p:nvSpPr>
        <p:spPr bwMode="auto">
          <a:xfrm flipH="0" flipV="0">
            <a:off x="1285217" y="234673"/>
            <a:ext cx="9664123" cy="5212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Most pharmacies maintain medicine records manually using registers or spreadsheets.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systems require more time for updating and retrieving inventory details.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Human errors may lead to incorrect stock information and medicine shortages.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Tracking supplier information and stock movement becomes difficult.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Generating reports and analyzing inventory data is complicated.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72674" name=""/>
          <p:cNvSpPr/>
          <p:nvPr/>
        </p:nvSpPr>
        <p:spPr bwMode="auto">
          <a:xfrm flipH="0" flipV="0">
            <a:off x="871086" y="552173"/>
            <a:ext cx="9679727" cy="47857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PROBLEMS IN EXISTING SYSTEM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Lack of real-time inventory monitoring causes stock management issues.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calculations increase the possibility of errors in records.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redundancy and duplicate entries occur frequently.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Maintaining large amounts of medicine information becomes difficult.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There is no centralized system for managing inventory operations.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741625" name=""/>
          <p:cNvSpPr/>
          <p:nvPr/>
        </p:nvSpPr>
        <p:spPr bwMode="auto">
          <a:xfrm flipH="0" flipV="0">
            <a:off x="553586" y="262282"/>
            <a:ext cx="11059802" cy="47857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PROPOSED SYSTEM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proposed system automates drug inventory management using modern web technologies.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Users can manage medicines, stock levels, and supplier details through a web interface.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is stored securely in a PostgreSQL database for efficient retrieval.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APIs facilitate communication between front-end and back-end modules.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improves inventory accuracy and reduces operational complexity.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813202" name=""/>
          <p:cNvSpPr/>
          <p:nvPr/>
        </p:nvSpPr>
        <p:spPr bwMode="auto">
          <a:xfrm flipH="0" flipV="0">
            <a:off x="318912" y="372717"/>
            <a:ext cx="468075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  <a:endParaRPr/>
          </a:p>
        </p:txBody>
      </p:sp>
      <p:sp>
        <p:nvSpPr>
          <p:cNvPr id="443373095" name=""/>
          <p:cNvSpPr txBox="1"/>
          <p:nvPr/>
        </p:nvSpPr>
        <p:spPr bwMode="auto">
          <a:xfrm rot="0" flipH="0" flipV="0">
            <a:off x="967717" y="1463260"/>
            <a:ext cx="3810719" cy="2012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User</a:t>
            </a:r>
            <a:endParaRPr/>
          </a:p>
          <a:p>
            <a:pPr algn="l">
              <a:defRPr/>
            </a:pPr>
            <a:r>
              <a:rPr/>
              <a:t>   ↓</a:t>
            </a:r>
            <a:endParaRPr/>
          </a:p>
          <a:p>
            <a:pPr algn="l">
              <a:defRPr/>
            </a:pPr>
            <a:r>
              <a:rPr/>
              <a:t>React Front-end</a:t>
            </a:r>
            <a:endParaRPr/>
          </a:p>
          <a:p>
            <a:pPr algn="l">
              <a:defRPr/>
            </a:pPr>
            <a:r>
              <a:rPr/>
              <a:t>   ↓</a:t>
            </a:r>
            <a:endParaRPr/>
          </a:p>
          <a:p>
            <a:pPr algn="l">
              <a:defRPr/>
            </a:pPr>
            <a:r>
              <a:rPr/>
              <a:t>Spring Boot Back-end</a:t>
            </a:r>
            <a:endParaRPr/>
          </a:p>
          <a:p>
            <a:pPr algn="l">
              <a:defRPr/>
            </a:pPr>
            <a:r>
              <a:rPr/>
              <a:t>   ↓</a:t>
            </a:r>
            <a:endParaRPr/>
          </a:p>
          <a:p>
            <a:pPr algn="l">
              <a:defRPr/>
            </a:pPr>
            <a:r>
              <a:rPr/>
              <a:t>PostgreSQL Database</a:t>
            </a:r>
            <a:endParaRPr/>
          </a:p>
        </p:txBody>
      </p:sp>
      <p:sp>
        <p:nvSpPr>
          <p:cNvPr id="36618223" name=""/>
          <p:cNvSpPr/>
          <p:nvPr/>
        </p:nvSpPr>
        <p:spPr bwMode="auto">
          <a:xfrm flipH="0" flipV="0">
            <a:off x="1168481" y="4167587"/>
            <a:ext cx="10168820" cy="1798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front-end collects user input and displays information.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back-end processes requests and implements business logic.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database stores medicine and inventory records.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APIs connect the front-end and back-end modules.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68518" name=""/>
          <p:cNvSpPr/>
          <p:nvPr/>
        </p:nvSpPr>
        <p:spPr bwMode="auto">
          <a:xfrm flipH="0" flipV="0">
            <a:off x="1022934" y="496956"/>
            <a:ext cx="10246425" cy="5639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SOFTWARE REQUIREMENTS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Front-end: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React.js provides a responsive and interactive user interface.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HTML, CSS, and JavaScript are used for webpage design.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Back-end: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Spring Boot is used to develop REST APIs and business logic.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Database: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PostgreSQL manages inventory and medicine data efficiently.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Tools: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VS Code for coding.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Maven for dependency management.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GitHub for version control.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963535" name=""/>
          <p:cNvSpPr/>
          <p:nvPr/>
        </p:nvSpPr>
        <p:spPr bwMode="auto">
          <a:xfrm flipH="0" flipV="0">
            <a:off x="760651" y="496956"/>
            <a:ext cx="9831575" cy="435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MODULES OF THE SYSTEM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Login Module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Provides secure user authentication and access control.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Drug Management Module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Allows users to add, edit, update, and delete medicine records.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Inventory Module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Maintains stock availability and inventory details.</a:t>
            </a: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Module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Enables quick searching of medicine information.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152719" name=""/>
          <p:cNvSpPr/>
          <p:nvPr/>
        </p:nvSpPr>
        <p:spPr bwMode="auto">
          <a:xfrm flipH="0" flipV="0">
            <a:off x="774456" y="911086"/>
            <a:ext cx="9195495" cy="3505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DATABASE DESIGN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PostgreSQL stores medicine details, supplier information, and inventory records.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Entity classes map database tables using JPA annotations.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Relationships between tables ensure data consistency.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SQL queries are automatically generated through Spring Data JPA.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00013" name=""/>
          <p:cNvSpPr/>
          <p:nvPr/>
        </p:nvSpPr>
        <p:spPr bwMode="auto">
          <a:xfrm flipH="0" flipV="0">
            <a:off x="1202391" y="662608"/>
            <a:ext cx="9361147" cy="3505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IMPLEMENTATION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 components were developed to build user interfaces.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Spring Boot controllers handle API requests and responses.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Repository classes perform database operations.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REST APIs enable communication between the application layers.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PostgreSQL stores and retrieves inventory data efficiently.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279867" name=""/>
          <p:cNvSpPr/>
          <p:nvPr/>
        </p:nvSpPr>
        <p:spPr bwMode="auto">
          <a:xfrm flipH="0" flipV="0">
            <a:off x="1174782" y="414130"/>
            <a:ext cx="10190128" cy="435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TESTING AND RESULTS</a:t>
            </a:r>
            <a:endParaRPr sz="2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CRUD operations were successfully tested using the application.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entered through the front-end is stored correctly in the database.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application performs inventory operations without errors.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integration between front-end, back-end, and database is successful.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application provides accurate and efficient inventory management.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29420" name=""/>
          <p:cNvSpPr/>
          <p:nvPr/>
        </p:nvSpPr>
        <p:spPr bwMode="auto">
          <a:xfrm flipH="0" flipV="0">
            <a:off x="1561304" y="938695"/>
            <a:ext cx="9513355" cy="39322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Bar-code scanning can be integrated for faster inventory updates.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Mobile applications can be developed for remote access.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Cloud deployment can improve accessibility and scalability.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AI-based stock prediction can be implemented.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Notification systems can be added for low stock and expiry alerts.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949078" name=""/>
          <p:cNvSpPr/>
          <p:nvPr/>
        </p:nvSpPr>
        <p:spPr bwMode="auto">
          <a:xfrm flipH="0" flipV="0">
            <a:off x="1188586" y="980108"/>
            <a:ext cx="9858464" cy="43589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Drug Inventory and Supply Chain Tracking System successfully automates medicine inventory management.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system provides efficient storage and retrieval of medicine records.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Integration of React, Spring Boot, and PostgreSQL ensures reliable performance.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application reduces errors and improves inventory management processes.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66789" name=""/>
          <p:cNvSpPr/>
          <p:nvPr/>
        </p:nvSpPr>
        <p:spPr bwMode="auto">
          <a:xfrm flipH="0" flipV="0">
            <a:off x="470760" y="411037"/>
            <a:ext cx="6426900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REFERENCES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6692954" name=""/>
          <p:cNvSpPr/>
          <p:nvPr/>
        </p:nvSpPr>
        <p:spPr bwMode="auto">
          <a:xfrm flipH="0" flipV="0">
            <a:off x="581195" y="1228586"/>
            <a:ext cx="11459048" cy="47857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Books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Elmasri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Navathe, </a:t>
            </a:r>
            <a:r>
              <a:rPr sz="28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Fundamentals of Database Systems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Craig Walls, </a:t>
            </a:r>
            <a:r>
              <a:rPr sz="28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Spring Boot in Action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2800">
              <a:latin typeface="Times New Roman"/>
              <a:cs typeface="Times New Roman"/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John Larsen, </a:t>
            </a:r>
            <a:r>
              <a:rPr sz="2800" b="0" i="1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React.js Essentials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 u="sng">
                <a:latin typeface="Times New Roman"/>
                <a:ea typeface="Times New Roman"/>
                <a:cs typeface="Times New Roman"/>
                <a:hlinkClick r:id="rId3" tooltip=""/>
              </a:rPr>
              <a:t>https://spring.io/projects/spring-boot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u="sng">
                <a:latin typeface="Times New Roman"/>
                <a:ea typeface="Times New Roman"/>
                <a:cs typeface="Times New Roman"/>
                <a:hlinkClick r:id="rId4" tooltip=""/>
              </a:rPr>
              <a:t>https://react.dev/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u="sng">
                <a:latin typeface="Times New Roman"/>
                <a:ea typeface="Times New Roman"/>
                <a:cs typeface="Times New Roman"/>
                <a:hlinkClick r:id="rId5" tooltip=""/>
              </a:rPr>
              <a:t>https://www.postgresql.org/docs/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u="sng">
                <a:latin typeface="Times New Roman"/>
                <a:ea typeface="Times New Roman"/>
                <a:cs typeface="Times New Roman"/>
                <a:hlinkClick r:id="rId6" tooltip=""/>
              </a:rPr>
              <a:t>https://developer.mozilla.org</a:t>
            </a:r>
            <a:endParaRPr sz="28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800">
              <a:latin typeface="Times New Roman"/>
              <a:cs typeface="Times New Roman"/>
            </a:endParaRPr>
          </a:p>
          <a:p>
            <a:pPr>
              <a:defRPr/>
            </a:pPr>
            <a:r>
              <a:rPr sz="2800">
                <a:latin typeface="Times New Roman"/>
                <a:ea typeface="Times New Roman"/>
                <a:cs typeface="Times New Roman"/>
              </a:rPr>
              <a:t>Github link :</a:t>
            </a:r>
            <a:r>
              <a:rPr sz="2800" u="sng">
                <a:latin typeface="Times New Roman"/>
                <a:ea typeface="Times New Roman"/>
                <a:cs typeface="Times New Roman"/>
                <a:hlinkClick r:id="rId7" tooltip=""/>
              </a:rPr>
              <a:t>https://github.com/Hemalatha-mani/Drug_Inventory_system.git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437145" name=""/>
          <p:cNvSpPr/>
          <p:nvPr/>
        </p:nvSpPr>
        <p:spPr bwMode="auto">
          <a:xfrm flipH="0" flipV="0">
            <a:off x="2776086" y="2880360"/>
            <a:ext cx="5665542" cy="6404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 b="0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          THANK YOU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2026-06-28T14:49:29Z</dcterms:modified>
</cp:coreProperties>
</file>